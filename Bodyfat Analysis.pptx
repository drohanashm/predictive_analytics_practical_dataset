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644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 Methods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· Ridge · LASSO · Elastic 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914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Fat Dataset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749040" y="16459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male subjects · 15 variables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Body Fat percentage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anthropometric predictors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OLS vs Shrinkage methods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DROHANASH MAJUMDAR - 704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18288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685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41448" y="640080"/>
            <a:ext cx="18288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685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41448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62856" y="640080"/>
            <a:ext cx="18288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2856" y="685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62856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84264" y="640080"/>
            <a:ext cx="18288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84264" y="685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84264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060983"/>
              </p:ext>
            </p:extLst>
          </p:nvPr>
        </p:nvGraphicFramePr>
        <p:xfrm>
          <a:off x="365760" y="2114316"/>
          <a:ext cx="4114800" cy="234070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3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BodyFat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– body fat percentage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Abdomen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Abdominal circumference (cm)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weight (lbs)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in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Forearm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Forearm circumference (cm)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3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circumference (cm)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0" y="1828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Correlation with Body Fat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76272"/>
            <a:ext cx="4297680" cy="2560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10896" y="4681635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 shows the strongest positive correlation with body fat (r ≈ 0.81)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274320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406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Data Split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training · 100 test observations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(seed=42)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685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685800"/>
            <a:ext cx="27432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7406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Standardisation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14300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predictors scaled to mean=0, std=1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fair penalisation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685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685800"/>
            <a:ext cx="274320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7406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OLS Baseline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114300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— no penalty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benchmark MSE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88920"/>
            <a:ext cx="27432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437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Ridge (L2)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24612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coefficients toward zero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selected by 10-fold CV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88920"/>
            <a:ext cx="27432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8437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LASSO (L1)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24612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some coefficients exactly to zero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variable selection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7889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88920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8437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Elastic Net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6208" y="324612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Ridge (L2) + LASSO (L1)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over α and l1_ratio by CV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Multicollinearity: Correlation Heatmap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94360"/>
            <a:ext cx="548640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09728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Chest, Abdomen, Hip &amp; Weight are highly intercorrelated (r &gt; 0.8)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 has the strongest link to BodyFat (r ≈ 0.81)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multicollinearity inflates OLS coefficient variance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Ridge/LASSO regularisation handles this effectively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– Coefficient Path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94360"/>
            <a:ext cx="59436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685800"/>
            <a:ext cx="237744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7589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λ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237744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56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20.98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0080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2880360"/>
            <a:ext cx="2377440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29535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40080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λ increases, all coefficients shrink toward zero but never reach exactly zero. Ridge retains all predictors — useful when every feature contributes.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– Variable Selection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94360"/>
            <a:ext cx="56692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640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Predictors (λ = 0.317)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035040" y="1051560"/>
            <a:ext cx="2834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0789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35040" y="1618488"/>
            <a:ext cx="2834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16459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Abdomen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2185416"/>
            <a:ext cx="2834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2128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Forearm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2752344"/>
            <a:ext cx="28346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277977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Wrist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35040" y="3383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λ: 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0.317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504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MSE: 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0" y="3749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3504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Non-zero: 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1520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sets 9 of 13 coefficients to exactly zero → sparse, interpretable model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– Test MSE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94360"/>
            <a:ext cx="5029200" cy="34747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685800"/>
          <a:ext cx="329184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20.28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577840" y="2651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model: lowest test MSE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shrinkage methods outperform plain OLS on unseen data</a:t>
            </a:r>
            <a:endParaRPr lang="en-US" sz="1100" dirty="0"/>
          </a:p>
        </p:txBody>
      </p:sp>
      <p:sp>
        <p:nvSpPr>
          <p:cNvPr id="5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5176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8191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0.511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l1_ratio =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33472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variable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3101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950208"/>
            <a:ext cx="2651760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9684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554480"/>
            <a:ext cx="265176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58191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20756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0.317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l1_ratio =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633472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29184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3101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3950208"/>
            <a:ext cx="265176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9684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1554480"/>
            <a:ext cx="26517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58191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35040" y="20756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0.267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l1_ratio = 0.9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633472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29184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33101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3950208"/>
            <a:ext cx="265176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9684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20.28 ★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06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12471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overfit due to multicollinearity — Test MSE of 21.50 was the highest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65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88366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(MSE 20.98) improved over OLS by shrinking coefficients but kept all 13 predictors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69464"/>
            <a:ext cx="8412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64261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(MSE 20.37) selected only 4 predictors: Age, Abdomen, Forearm, Wrist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8412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34015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achieved the best test MSE (20.28) with the same 4 predictors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087368"/>
            <a:ext cx="8412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41605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 circumference is the single most important predictor of body fat 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528</Words>
  <Application>Microsoft Office PowerPoint</Application>
  <PresentationFormat>On-screen Show (16:9)</PresentationFormat>
  <Paragraphs>142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Analytics – Shrinkage Methods</dc:title>
  <dc:subject>PptxGenJS Presentation</dc:subject>
  <dc:creator>PptxGenJS</dc:creator>
  <cp:lastModifiedBy>Drohanash Majumdar</cp:lastModifiedBy>
  <cp:revision>3</cp:revision>
  <dcterms:created xsi:type="dcterms:W3CDTF">2026-04-10T05:32:23Z</dcterms:created>
  <dcterms:modified xsi:type="dcterms:W3CDTF">2026-04-12T05:33:35Z</dcterms:modified>
</cp:coreProperties>
</file>