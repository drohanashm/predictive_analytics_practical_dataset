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1644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54864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28600" y="2286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Shrinkage Methods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28600" y="2926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· Ridge · LASSO · Elastic Net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9144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Fat Dataset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749040" y="16459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male subjects · 15 variables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Response: Body Fat percentage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anthropometric predictors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OLS vs Shrinkage methods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749040" y="4389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DROHANASH MAJUMDAR - 704</a:t>
            </a:r>
          </a:p>
        </p:txBody>
      </p:sp>
      <p:sp>
        <p:nvSpPr>
          <p:cNvPr id="10" name="Shape 8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640080"/>
            <a:ext cx="1828800" cy="10058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6858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20040" y="1143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41448" y="640080"/>
            <a:ext cx="1828800" cy="10058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41448" y="6858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441448" y="1143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62856" y="640080"/>
            <a:ext cx="1828800" cy="10058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62856" y="6858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562856" y="1143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84264" y="640080"/>
            <a:ext cx="1828800" cy="10058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84264" y="6858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684264" y="1143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0040" y="1828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Variables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2060983"/>
              </p:ext>
            </p:extLst>
          </p:nvPr>
        </p:nvGraphicFramePr>
        <p:xfrm>
          <a:off x="365760" y="2114316"/>
          <a:ext cx="4114800" cy="2340702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43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BodyFat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– body fat percentage (%)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Abdomen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Abdominal circumference (cm)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 weight (lbs)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in years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Forearm circumference (cm)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Wrist circumference (cm)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572000" y="182880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Correlation with Body Fat</a:t>
            </a:r>
            <a:endParaRPr lang="en-US" sz="140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176272"/>
            <a:ext cx="4297680" cy="25603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10896" y="4681635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Abdomen shows the strongest positive correlation with body fat (r ≈ 0.81)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85800"/>
            <a:ext cx="2743200" cy="34747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740664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Data Split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25237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training · 100 test observations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split (seed=42)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685800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685800"/>
            <a:ext cx="2743200" cy="34747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0128" y="740664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Standardisation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10128" y="1143000"/>
            <a:ext cx="25237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predictors scaled to mean=0, std=1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for fair penalisation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685800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685800"/>
            <a:ext cx="2743200" cy="34747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740664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OLS Baseline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36208" y="1143000"/>
            <a:ext cx="25237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Least Squares — no penalty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Establishes benchmark MSE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788920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788920"/>
            <a:ext cx="2743200" cy="34747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843784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Ridge (L2)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4048" y="3246120"/>
            <a:ext cx="25237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Shrinks coefficients toward zero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selected by 10-fold CV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2788920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0" y="2788920"/>
            <a:ext cx="2743200" cy="3474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0128" y="2843784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LASSO (L1)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10128" y="3246120"/>
            <a:ext cx="25237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some coefficients exactly to zero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variable selection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2788920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2788920"/>
            <a:ext cx="274320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2843784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Elastic Net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36208" y="3246120"/>
            <a:ext cx="25237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Ridge (L2) + LASSO (L1)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over α and l1_ratio by CV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Multicollinearity: Correlation Heatmap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94360"/>
            <a:ext cx="5486400" cy="4297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1097280"/>
            <a:ext cx="29260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Chest, Abdomen, Hip &amp; Weight are highly intercorrelated (r &gt; 0.8)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Abdomen has the strongest link to BodyFat (r ≈ 0.81)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multicollinearity inflates OLS coefficient variance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Ridge/LASSO regularisation handles this effectively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Regression – Coefficient Path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94360"/>
            <a:ext cx="594360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0" y="685800"/>
            <a:ext cx="2377440" cy="9144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0" y="75895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6400800" y="1188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λ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0" y="1783080"/>
            <a:ext cx="237744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0" y="185623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20.98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6400800" y="22860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0" y="2880360"/>
            <a:ext cx="2377440" cy="9144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0" y="295351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400800" y="3383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74320" y="420624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λ increases, all coefficients shrink toward zero but never reach exactly zero. Ridge retains all predictors — useful when every feature contributes.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– Variable Selection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94360"/>
            <a:ext cx="566928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0" y="6400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Predictors (λ = 0.317)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035040" y="1051560"/>
            <a:ext cx="2834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35040" y="107899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Age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035040" y="1618488"/>
            <a:ext cx="2834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35040" y="16459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Abdomen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35040" y="2185416"/>
            <a:ext cx="2834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35040" y="2212848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Forearm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35040" y="2752344"/>
            <a:ext cx="28346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35040" y="2779776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Wrist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035040" y="3383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λ: 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0" y="33832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0.317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035040" y="3749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MSE: 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0" y="37490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20.37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035040" y="4114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Non-zero: 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315200" y="41148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74320" y="41605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sets 9 of 13 coefficients to exactly zero → sparse, interpretable model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 – Test MSE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94360"/>
            <a:ext cx="5029200" cy="347472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685800"/>
          <a:ext cx="3291840" cy="19202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Non-zero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 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20.28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577840" y="2651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Best model: lowest test MSE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365760" y="42062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shrinkage methods outperform plain OLS on unseen data</a:t>
            </a:r>
            <a:endParaRPr lang="en-US" sz="1100" dirty="0"/>
          </a:p>
        </p:txBody>
      </p:sp>
      <p:sp>
        <p:nvSpPr>
          <p:cNvPr id="5" name="Shape 4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Net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8412480" cy="7772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1323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554480"/>
            <a:ext cx="2651760" cy="47548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58191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(L2)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207568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0.511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l1_ratio = 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633472"/>
            <a:ext cx="26517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6517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variable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26517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31012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13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950208"/>
            <a:ext cx="2651760" cy="566928"/>
          </a:xfrm>
          <a:prstGeom prst="rect">
            <a:avLst/>
          </a:prstGeom>
          <a:solidFill>
            <a:srgbClr val="1D4ED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968496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20.98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1554480"/>
            <a:ext cx="2651760" cy="47548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0" y="158191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(L1)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207568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0.317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l1_ratio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0" y="2633472"/>
            <a:ext cx="26517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0" y="26517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0" y="3291840"/>
            <a:ext cx="26517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0" y="331012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0" y="3950208"/>
            <a:ext cx="2651760" cy="566928"/>
          </a:xfrm>
          <a:prstGeom prst="rect">
            <a:avLst/>
          </a:prstGeom>
          <a:solidFill>
            <a:srgbClr val="05966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0" y="3968496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20.37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035040" y="1554480"/>
            <a:ext cx="265176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35040" y="158191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Net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035040" y="207568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0.267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l1_ratio = 0.9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2633472"/>
            <a:ext cx="26517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0" y="26517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35040" y="3291840"/>
            <a:ext cx="26517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35040" y="331012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035040" y="3950208"/>
            <a:ext cx="2651760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35040" y="3968496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20.28 ★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0642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1124712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overfit due to multicollinearity — Test MSE of 21.50 was the highest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4008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6537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05840" y="1883664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(MSE 20.98) improved over OLS by shrinking coefficients but kept all 13 predictors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569464"/>
            <a:ext cx="8412480" cy="64008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6243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05840" y="2642616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(MSE 20.37) selected only 4 predictors: Age, Abdomen, Forearm, Wrist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328416"/>
            <a:ext cx="8412480" cy="64008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05840" y="3401568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Net achieved the best test MSE (20.28) with the same 4 predictors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4087368"/>
            <a:ext cx="8412480" cy="64008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142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05840" y="4160520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Abdomen circumference is the single most important predictor of body fat 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528</Words>
  <Application>Microsoft Office PowerPoint</Application>
  <PresentationFormat>On-screen Show (16:9)</PresentationFormat>
  <Paragraphs>142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Predictive Analytics – Shrinkage Methods</dc:title>
  <dc:subject>PptxGenJS Presentation</dc:subject>
  <dc:creator>Drohanash Majumdar</dc:creator>
  <cp:lastModifiedBy>Drohanash Majumdar</cp:lastModifiedBy>
  <cp:revision>4</cp:revision>
  <dcterms:created xsi:type="dcterms:W3CDTF">2026-04-10T05:32:23Z</dcterms:created>
  <dcterms:modified xsi:type="dcterms:W3CDTF">2026-04-13T01:30:13Z</dcterms:modified>
</cp:coreProperties>
</file>